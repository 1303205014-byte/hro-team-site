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打破人力瓶颈，释放组织增长力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您的业务增长，是否正被人效低下、激励失灵或团队协同内耗所拖累？</a:t>
            </a:r>
            <a:br/>
            <a:r>
              <a:t>我们提供不止于方案的人力资源实战解方。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600" b="1">
                <a:solidFill>
                  <a:srgbClr val="2C5FFF"/>
                </a:solidFill>
                <a:latin typeface="Microsoft YaHei"/>
              </a:defRPr>
            </a:pPr>
            <a:r>
              <a:t>10+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人均深耕年限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600" b="1">
                <a:solidFill>
                  <a:srgbClr val="2C5FFF"/>
                </a:solidFill>
                <a:latin typeface="Microsoft YaHei"/>
              </a:defRPr>
            </a:pPr>
            <a:r>
              <a:t>1000+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人规模运营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247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600" b="1">
                <a:solidFill>
                  <a:srgbClr val="2C5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247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位核心专家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 b="0">
                <a:solidFill>
                  <a:srgbClr val="888888"/>
                </a:solidFill>
                <a:latin typeface="Microsoft YaHei"/>
              </a:defRPr>
            </a:pPr>
            <a:r>
              <a:t>我们的专家团队人均拥有超过10年的人力资源深耕经验，成功为超过1000人规模的企业设计并落地管理体系，并由3位在不同领域拥有标杆成果的核心专家领衔。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咨询热线：15014837925  |  专属对接人：边锋（Grace）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2C5FFF"/>
                </a:solidFill>
                <a:latin typeface="Microsoft YaHei"/>
              </a:defRPr>
            </a:pPr>
            <a:r>
              <a:t>核心服务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我们专注于解决组织在发展中遇到的核心人力难题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687" y="1554480"/>
            <a:ext cx="3657600" cy="475488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687" y="1554480"/>
            <a:ext cx="3657600" cy="54864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组织诊断与变革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87" y="2331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解决"团队看似忙碌，却总推不动事、出不了活"的根源问题。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组织架构诊断与效能分析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岗位职责梳理与说明书编写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人才盘点（九宫格/胜任力模型应用）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关键岗位培训体系搭建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554480"/>
            <a:ext cx="3657600" cy="475488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554480"/>
            <a:ext cx="3657600" cy="54864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职位职级与薪酬体系搭建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331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解决"员工抱怨不公、骨干流失，薪酬成了成本而非激励工具"的体系问题。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职级体系与宽幅薪酬设计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员工晋升通道与发展路径规划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薪酬套改方案设计与平稳落地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长期激励（如股权、期权）机制设计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0407" y="1554480"/>
            <a:ext cx="3657600" cy="475488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90407" y="1554480"/>
            <a:ext cx="3657600" cy="54864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9007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薪酬绩效改革与成本管控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9007" y="2331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解决"奖金发了没效果，人力成本连年涨，却不知花在哪、是否值得"的管控难题。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9007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销售/研发/管理等不同序列的绩效奖金与提成方案设计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全面薪酬体系优化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年度人力成本预算编制与动态管控机制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基于市场数据的薪酬调研与竞争力分析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2C5FFF"/>
                </a:solidFill>
                <a:latin typeface="Microsoft YaHei"/>
              </a:defRPr>
            </a:pPr>
            <a:r>
              <a:t>专家团队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历经千人体量企业的复杂管理实战，交付的不是理论，是能落地的结果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127" y="1143000"/>
            <a:ext cx="3657600" cy="53035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5127" y="1143000"/>
            <a:ext cx="3657600" cy="45720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8007" y="1371600"/>
            <a:ext cx="1097280" cy="1097280"/>
          </a:xfrm>
          <a:prstGeom prst="round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2447" y="14173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边锋  Grace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447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2C5FFF"/>
                </a:solidFill>
                <a:latin typeface="Microsoft YaHei"/>
              </a:defRPr>
            </a:pPr>
            <a:r>
              <a:t>薪酬数据与成本管控专家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07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擅长将复杂的薪酬数据转化为清晰的决策依据，实现激励与成本的最优平衡。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💡 核心擅长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3703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薪酬体系全模块设计、销售激励模型重塑、人力成本精细化预算与管控。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✅ 代表成果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007" y="48006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曾为一家快速扩张的互联网企业重塑销售激励制度，建立与业绩强挂钩的年度分配模型，有效牵引重点业务线增长超30%；主导搭建人力成本动态监测体系，通过数据化决策帮助企业在两年内实现人力成本费率下降5个百分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1143000"/>
            <a:ext cx="3657600" cy="53035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1143000"/>
            <a:ext cx="3657600" cy="45720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9927" y="1371600"/>
            <a:ext cx="1097280" cy="1097280"/>
          </a:xfrm>
          <a:prstGeom prst="round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4367" y="14173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李文珍  Selina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4367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2C5FFF"/>
                </a:solidFill>
                <a:latin typeface="Microsoft YaHei"/>
              </a:defRPr>
            </a:pPr>
            <a:r>
              <a:t>组织变革与高管激励实战派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9927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擅长从业务增长视角出发，设计能留住核心人才、激发团队战斗力的组织与激励方案。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9927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💡 核心擅长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9927" y="3703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以业务为导向的组织诊断与变革、薪酬绩效体系顶层设计、核心人才长期激励规划。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9927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✅ 代表成果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9927" y="48006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主导某科技独角兽公司薪酬套改项目，针对性提升高价值员工薪酬竞争力，项目完成后关键岗位年度主动离职率降低40%；设计并落地高管差异化长期激励方案，成功保留全部核心管理层，并助力吸引多位行业高端人才加盟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8967" y="1143000"/>
            <a:ext cx="3657600" cy="530352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8967" y="1143000"/>
            <a:ext cx="3657600" cy="45720"/>
          </a:xfrm>
          <a:prstGeom prst="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81847" y="1371600"/>
            <a:ext cx="1097280" cy="1097280"/>
          </a:xfrm>
          <a:prstGeom prst="round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6287" y="14173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贾梅宝  Cecilia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6287" y="17830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2C5FFF"/>
                </a:solidFill>
                <a:latin typeface="Microsoft YaHei"/>
              </a:defRPr>
            </a:pPr>
            <a:r>
              <a:t>项目制组织与跨职能协同专家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擅长破解矩阵式管理困局，通过组织重构与机制设计，让跨部门团队从"扯皮"变为"合力"。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💡 核心擅长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1847" y="3703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复杂业务下的组织架构设计、跨职能团队协同流程再造、项目制激励与考核机制。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1847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✅ 代表成果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1847" y="48006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针对某企业定制化业务丢单率高的问题，通过组织诊断锁定协同流程漏洞，主导设立"铁三角"项目制团队并绑定共同激励。在标杆项目中，将项目交付周期缩短20%，内部协作满意度提升35%，成功固化了一套可复制的项目制运营规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2C5FFF"/>
                </a:solidFill>
                <a:latin typeface="Microsoft YaHei"/>
              </a:defRPr>
            </a:pPr>
            <a:r>
              <a:t>合作流程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四步法专业服务，确保不是交付一份报告，而是真正解决你的问题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2C5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精准扫描，厘清根因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你将获得：一份清晰的企业人力现状诊断报告，明确核心痛点与改进优先级，不再"凭感觉"管理。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03520" cy="219456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2C5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量身定制，输出方案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你将获得：一套紧密结合你业务特点的、可执行落地的详细解决方案与实施路径图。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2C5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嵌入业务，协同落地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我们将：与你的人力及业务团队并肩工作，培训赋能、解答疑问，确保方案嵌入日常管理，平稳过渡。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023360"/>
            <a:ext cx="5303520" cy="2194560"/>
          </a:xfrm>
          <a:prstGeom prst="roundRect">
            <a:avLst/>
          </a:prstGeom>
          <a:solidFill>
            <a:srgbClr val="2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2C5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复盘迭代，固化成效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你将获得：项目效果的数据化复盘，明确投入产出比，并建立持续优化机制，让管理改进形成闭环。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还在为团队效能、人才流失或薪酬成本问题而困扰吗？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拖延的每一天，都可能意味着核心人才的动摇、业务机会的错失或不必要的成本消耗。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657600"/>
            <a:ext cx="3931920" cy="1097280"/>
          </a:xfrm>
          <a:prstGeom prst="roundRect">
            <a:avLst/>
          </a:prstGeom>
          <a:solidFill>
            <a:srgbClr val="2C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886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立即行动，开启改变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咨询热线：15014837925  |  专属对接人：边锋（Grace）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扫码添加微信，直接与专家对话，获取针对性建议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